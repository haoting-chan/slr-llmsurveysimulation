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D3EA3A-D332-B93A-0CE1-0CF7E535067D}" name="Assenmacher, Dennis" initials="AD" userId="S::Dennis.Assenmacher@gesis.org::94be887d-2264-41d7-848c-dac01f40f762" providerId="AD"/>
  <p188:author id="{8DD465B7-0B8C-B387-4A05-9814FFEE7B49}" name="Chan, Bryan Hao Ting" initials="BC" userId="S::Hao.Chan@gesis.org::bfe127bd-2db5-4c93-b905-7f92b57ddf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4660"/>
  </p:normalViewPr>
  <p:slideViewPr>
    <p:cSldViewPr snapToGrid="0">
      <p:cViewPr>
        <p:scale>
          <a:sx n="75" d="100"/>
          <a:sy n="75" d="100"/>
        </p:scale>
        <p:origin x="184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82471-2F52-4BE4-938F-7FB1894F004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B74EAD-7708-4FCF-A0BB-21F75874945B}">
      <dgm:prSet phldrT="[Text]"/>
      <dgm:spPr>
        <a:xfrm>
          <a:off x="626519" y="451383"/>
          <a:ext cx="5970970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Count relevant in training set: </a:t>
          </a:r>
          <a:r>
            <a:rPr lang="en-US" b="1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5 / 50</a:t>
          </a:r>
          <a:endParaRPr lang="en-US" b="0" i="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439DF884-2426-4837-9004-913119AF188C}" type="parTrans" cxnId="{9934FF89-7339-4905-ABFE-B9BEA6903473}">
      <dgm:prSet/>
      <dgm:spPr/>
      <dgm:t>
        <a:bodyPr/>
        <a:lstStyle/>
        <a:p>
          <a:endParaRPr lang="en-US"/>
        </a:p>
      </dgm:t>
    </dgm:pt>
    <dgm:pt modelId="{6EA60E2F-97DD-4873-AD0D-3AFE1A52E167}" type="sibTrans" cxnId="{9934FF89-7339-4905-ABFE-B9BEA6903473}">
      <dgm:prSet/>
      <dgm:spPr>
        <a:xfrm>
          <a:off x="-5103266" y="-781778"/>
          <a:ext cx="6077388" cy="6077388"/>
        </a:xfrm>
        <a:prstGeom prst="blockArc">
          <a:avLst>
            <a:gd name="adj1" fmla="val 18900000"/>
            <a:gd name="adj2" fmla="val 2700000"/>
            <a:gd name="adj3" fmla="val 355"/>
          </a:avLst>
        </a:prstGeom>
        <a:noFill/>
        <a:ln w="19050" cap="flat" cmpd="sng" algn="ctr">
          <a:solidFill>
            <a:srgbClr val="008ECD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1D74AFD4-C586-4B5D-8A01-860263051713}">
      <dgm:prSet phldrT="[Text]"/>
      <dgm:spPr>
        <a:xfrm>
          <a:off x="954675" y="1805532"/>
          <a:ext cx="5642814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Calculate fraction: </a:t>
          </a:r>
          <a:r>
            <a:rPr lang="en-US" b="1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5 ÷ 50 = 0.10</a:t>
          </a:r>
          <a:endParaRPr lang="en-US" b="0" i="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B8046A05-5FF6-41E3-B962-47E9606AAAEA}" type="parTrans" cxnId="{98F2E6A8-7B27-4A40-AD7D-9EBA4CDE9585}">
      <dgm:prSet/>
      <dgm:spPr/>
      <dgm:t>
        <a:bodyPr/>
        <a:lstStyle/>
        <a:p>
          <a:endParaRPr lang="en-US"/>
        </a:p>
      </dgm:t>
    </dgm:pt>
    <dgm:pt modelId="{73D6A272-0316-4B60-90E8-430596CF5D6E}" type="sibTrans" cxnId="{98F2E6A8-7B27-4A40-AD7D-9EBA4CDE9585}">
      <dgm:prSet/>
      <dgm:spPr/>
      <dgm:t>
        <a:bodyPr/>
        <a:lstStyle/>
        <a:p>
          <a:endParaRPr lang="en-US"/>
        </a:p>
      </dgm:t>
    </dgm:pt>
    <dgm:pt modelId="{88A16EBF-69EE-455C-A3CA-012971F0FED8}">
      <dgm:prSet phldrT="[Text]"/>
      <dgm:spPr>
        <a:xfrm>
          <a:off x="626519" y="3159681"/>
          <a:ext cx="5970970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fr-FR" b="0" i="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Estimate</a:t>
          </a:r>
          <a:r>
            <a:rPr lang="fr-FR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total Relevant Records</a:t>
          </a:r>
          <a:br>
            <a:rPr lang="fr-FR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</a:br>
          <a:r>
            <a:rPr lang="fr-FR" b="1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= 0.10 × Total Records</a:t>
          </a:r>
          <a:endParaRPr lang="fr-FR" b="0" i="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07BFF135-0F04-4545-909C-4E76F38C7E10}" type="parTrans" cxnId="{C87355AE-5439-4450-B563-F4FE96359ED8}">
      <dgm:prSet/>
      <dgm:spPr/>
      <dgm:t>
        <a:bodyPr/>
        <a:lstStyle/>
        <a:p>
          <a:endParaRPr lang="en-US"/>
        </a:p>
      </dgm:t>
    </dgm:pt>
    <dgm:pt modelId="{544331C4-85DF-4D90-A76D-E74190D9816D}" type="sibTrans" cxnId="{C87355AE-5439-4450-B563-F4FE96359ED8}">
      <dgm:prSet/>
      <dgm:spPr/>
      <dgm:t>
        <a:bodyPr/>
        <a:lstStyle/>
        <a:p>
          <a:endParaRPr lang="en-US"/>
        </a:p>
      </dgm:t>
    </dgm:pt>
    <dgm:pt modelId="{09F48F31-D2BE-4C1F-823C-F3E6B5F14C18}" type="pres">
      <dgm:prSet presAssocID="{73A82471-2F52-4BE4-938F-7FB1894F004B}" presName="Name0" presStyleCnt="0">
        <dgm:presLayoutVars>
          <dgm:chMax val="7"/>
          <dgm:chPref val="7"/>
          <dgm:dir/>
        </dgm:presLayoutVars>
      </dgm:prSet>
      <dgm:spPr/>
    </dgm:pt>
    <dgm:pt modelId="{C37C4AF9-93E6-44E8-AE0C-B048A197B3AC}" type="pres">
      <dgm:prSet presAssocID="{73A82471-2F52-4BE4-938F-7FB1894F004B}" presName="Name1" presStyleCnt="0"/>
      <dgm:spPr/>
    </dgm:pt>
    <dgm:pt modelId="{53ADBBF8-7D5C-4266-A7EF-E1C47101C95E}" type="pres">
      <dgm:prSet presAssocID="{73A82471-2F52-4BE4-938F-7FB1894F004B}" presName="cycle" presStyleCnt="0"/>
      <dgm:spPr/>
    </dgm:pt>
    <dgm:pt modelId="{80411BFA-9412-485D-ADD2-044E92C17A43}" type="pres">
      <dgm:prSet presAssocID="{73A82471-2F52-4BE4-938F-7FB1894F004B}" presName="srcNode" presStyleLbl="node1" presStyleIdx="0" presStyleCnt="3"/>
      <dgm:spPr/>
    </dgm:pt>
    <dgm:pt modelId="{A00BD7FA-F6B8-49D2-A727-A70067945406}" type="pres">
      <dgm:prSet presAssocID="{73A82471-2F52-4BE4-938F-7FB1894F004B}" presName="conn" presStyleLbl="parChTrans1D2" presStyleIdx="0" presStyleCnt="1"/>
      <dgm:spPr/>
    </dgm:pt>
    <dgm:pt modelId="{6C020F26-FD77-4FAA-A115-48B2851B11A7}" type="pres">
      <dgm:prSet presAssocID="{73A82471-2F52-4BE4-938F-7FB1894F004B}" presName="extraNode" presStyleLbl="node1" presStyleIdx="0" presStyleCnt="3"/>
      <dgm:spPr/>
    </dgm:pt>
    <dgm:pt modelId="{E4CCEB7D-2683-4D32-A312-B9D0AEEE3DF9}" type="pres">
      <dgm:prSet presAssocID="{73A82471-2F52-4BE4-938F-7FB1894F004B}" presName="dstNode" presStyleLbl="node1" presStyleIdx="0" presStyleCnt="3"/>
      <dgm:spPr/>
    </dgm:pt>
    <dgm:pt modelId="{711BCA31-B99C-437E-BA78-A8410E0A7E30}" type="pres">
      <dgm:prSet presAssocID="{0EB74EAD-7708-4FCF-A0BB-21F75874945B}" presName="text_1" presStyleLbl="node1" presStyleIdx="0" presStyleCnt="3">
        <dgm:presLayoutVars>
          <dgm:bulletEnabled val="1"/>
        </dgm:presLayoutVars>
      </dgm:prSet>
      <dgm:spPr/>
    </dgm:pt>
    <dgm:pt modelId="{E5353ED8-745F-412C-9455-1B9C9A0B363D}" type="pres">
      <dgm:prSet presAssocID="{0EB74EAD-7708-4FCF-A0BB-21F75874945B}" presName="accent_1" presStyleCnt="0"/>
      <dgm:spPr/>
    </dgm:pt>
    <dgm:pt modelId="{FF95A2AA-57BA-4700-99E8-EE06BA1E1A18}" type="pres">
      <dgm:prSet presAssocID="{0EB74EAD-7708-4FCF-A0BB-21F75874945B}" presName="accentRepeatNode" presStyleLbl="solidFgAcc1" presStyleIdx="0" presStyleCnt="3"/>
      <dgm:spPr>
        <a:xfrm>
          <a:off x="62290" y="338537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gm:spPr>
    </dgm:pt>
    <dgm:pt modelId="{805F478B-27DB-4DF9-9F01-BDCDC9EA53CF}" type="pres">
      <dgm:prSet presAssocID="{1D74AFD4-C586-4B5D-8A01-860263051713}" presName="text_2" presStyleLbl="node1" presStyleIdx="1" presStyleCnt="3">
        <dgm:presLayoutVars>
          <dgm:bulletEnabled val="1"/>
        </dgm:presLayoutVars>
      </dgm:prSet>
      <dgm:spPr/>
    </dgm:pt>
    <dgm:pt modelId="{7CD47CBC-8B78-4F04-871B-71E9B32EBF16}" type="pres">
      <dgm:prSet presAssocID="{1D74AFD4-C586-4B5D-8A01-860263051713}" presName="accent_2" presStyleCnt="0"/>
      <dgm:spPr/>
    </dgm:pt>
    <dgm:pt modelId="{B95C61DF-B15C-4C3D-B446-9E30FC734F49}" type="pres">
      <dgm:prSet presAssocID="{1D74AFD4-C586-4B5D-8A01-860263051713}" presName="accentRepeatNode" presStyleLbl="solidFgAcc1" presStyleIdx="1" presStyleCnt="3"/>
      <dgm:spPr>
        <a:xfrm>
          <a:off x="390446" y="1692686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gm:spPr>
    </dgm:pt>
    <dgm:pt modelId="{A18F233E-3555-4A88-9535-4543168C9447}" type="pres">
      <dgm:prSet presAssocID="{88A16EBF-69EE-455C-A3CA-012971F0FED8}" presName="text_3" presStyleLbl="node1" presStyleIdx="2" presStyleCnt="3">
        <dgm:presLayoutVars>
          <dgm:bulletEnabled val="1"/>
        </dgm:presLayoutVars>
      </dgm:prSet>
      <dgm:spPr/>
    </dgm:pt>
    <dgm:pt modelId="{5BD5065E-20A3-4469-8576-E019D14F7F3A}" type="pres">
      <dgm:prSet presAssocID="{88A16EBF-69EE-455C-A3CA-012971F0FED8}" presName="accent_3" presStyleCnt="0"/>
      <dgm:spPr/>
    </dgm:pt>
    <dgm:pt modelId="{319D2F37-F940-488D-A98C-8292F373CC83}" type="pres">
      <dgm:prSet presAssocID="{88A16EBF-69EE-455C-A3CA-012971F0FED8}" presName="accentRepeatNode" presStyleLbl="solidFgAcc1" presStyleIdx="2" presStyleCnt="3"/>
      <dgm:spPr>
        <a:xfrm>
          <a:off x="62290" y="3046835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gm:spPr>
    </dgm:pt>
  </dgm:ptLst>
  <dgm:cxnLst>
    <dgm:cxn modelId="{CA413A4F-C79B-4522-9244-89F59AA5AFD6}" type="presOf" srcId="{1D74AFD4-C586-4B5D-8A01-860263051713}" destId="{805F478B-27DB-4DF9-9F01-BDCDC9EA53CF}" srcOrd="0" destOrd="0" presId="urn:microsoft.com/office/officeart/2008/layout/VerticalCurvedList"/>
    <dgm:cxn modelId="{7B78E386-7A2E-4C5F-A960-517AEF729DA5}" type="presOf" srcId="{88A16EBF-69EE-455C-A3CA-012971F0FED8}" destId="{A18F233E-3555-4A88-9535-4543168C9447}" srcOrd="0" destOrd="0" presId="urn:microsoft.com/office/officeart/2008/layout/VerticalCurvedList"/>
    <dgm:cxn modelId="{9934FF89-7339-4905-ABFE-B9BEA6903473}" srcId="{73A82471-2F52-4BE4-938F-7FB1894F004B}" destId="{0EB74EAD-7708-4FCF-A0BB-21F75874945B}" srcOrd="0" destOrd="0" parTransId="{439DF884-2426-4837-9004-913119AF188C}" sibTransId="{6EA60E2F-97DD-4873-AD0D-3AFE1A52E167}"/>
    <dgm:cxn modelId="{4FB04F9A-2DCB-47DA-BACD-C11BBCF3CA53}" type="presOf" srcId="{6EA60E2F-97DD-4873-AD0D-3AFE1A52E167}" destId="{A00BD7FA-F6B8-49D2-A727-A70067945406}" srcOrd="0" destOrd="0" presId="urn:microsoft.com/office/officeart/2008/layout/VerticalCurvedList"/>
    <dgm:cxn modelId="{98F2E6A8-7B27-4A40-AD7D-9EBA4CDE9585}" srcId="{73A82471-2F52-4BE4-938F-7FB1894F004B}" destId="{1D74AFD4-C586-4B5D-8A01-860263051713}" srcOrd="1" destOrd="0" parTransId="{B8046A05-5FF6-41E3-B962-47E9606AAAEA}" sibTransId="{73D6A272-0316-4B60-90E8-430596CF5D6E}"/>
    <dgm:cxn modelId="{C87355AE-5439-4450-B563-F4FE96359ED8}" srcId="{73A82471-2F52-4BE4-938F-7FB1894F004B}" destId="{88A16EBF-69EE-455C-A3CA-012971F0FED8}" srcOrd="2" destOrd="0" parTransId="{07BFF135-0F04-4545-909C-4E76F38C7E10}" sibTransId="{544331C4-85DF-4D90-A76D-E74190D9816D}"/>
    <dgm:cxn modelId="{E99F40BD-0424-4E3C-86BB-ECE2AA0CF255}" type="presOf" srcId="{73A82471-2F52-4BE4-938F-7FB1894F004B}" destId="{09F48F31-D2BE-4C1F-823C-F3E6B5F14C18}" srcOrd="0" destOrd="0" presId="urn:microsoft.com/office/officeart/2008/layout/VerticalCurvedList"/>
    <dgm:cxn modelId="{157077DA-27BC-4868-9A0A-D1DEDFCCB07A}" type="presOf" srcId="{0EB74EAD-7708-4FCF-A0BB-21F75874945B}" destId="{711BCA31-B99C-437E-BA78-A8410E0A7E30}" srcOrd="0" destOrd="0" presId="urn:microsoft.com/office/officeart/2008/layout/VerticalCurvedList"/>
    <dgm:cxn modelId="{B146BF71-8113-489B-8DB7-558E137731EB}" type="presParOf" srcId="{09F48F31-D2BE-4C1F-823C-F3E6B5F14C18}" destId="{C37C4AF9-93E6-44E8-AE0C-B048A197B3AC}" srcOrd="0" destOrd="0" presId="urn:microsoft.com/office/officeart/2008/layout/VerticalCurvedList"/>
    <dgm:cxn modelId="{AFB76DA2-1E68-4A9A-9558-55A3C04E5F16}" type="presParOf" srcId="{C37C4AF9-93E6-44E8-AE0C-B048A197B3AC}" destId="{53ADBBF8-7D5C-4266-A7EF-E1C47101C95E}" srcOrd="0" destOrd="0" presId="urn:microsoft.com/office/officeart/2008/layout/VerticalCurvedList"/>
    <dgm:cxn modelId="{A3D43DE0-49CD-494F-A0C3-C0E6E0150E87}" type="presParOf" srcId="{53ADBBF8-7D5C-4266-A7EF-E1C47101C95E}" destId="{80411BFA-9412-485D-ADD2-044E92C17A43}" srcOrd="0" destOrd="0" presId="urn:microsoft.com/office/officeart/2008/layout/VerticalCurvedList"/>
    <dgm:cxn modelId="{7BDE20EC-8F54-492A-9978-4E38DFD54675}" type="presParOf" srcId="{53ADBBF8-7D5C-4266-A7EF-E1C47101C95E}" destId="{A00BD7FA-F6B8-49D2-A727-A70067945406}" srcOrd="1" destOrd="0" presId="urn:microsoft.com/office/officeart/2008/layout/VerticalCurvedList"/>
    <dgm:cxn modelId="{B1F641E3-89B7-4EA7-AF81-47E94DDDDB98}" type="presParOf" srcId="{53ADBBF8-7D5C-4266-A7EF-E1C47101C95E}" destId="{6C020F26-FD77-4FAA-A115-48B2851B11A7}" srcOrd="2" destOrd="0" presId="urn:microsoft.com/office/officeart/2008/layout/VerticalCurvedList"/>
    <dgm:cxn modelId="{00B7C8C1-99B3-4410-B17B-2D02BD6AEA4F}" type="presParOf" srcId="{53ADBBF8-7D5C-4266-A7EF-E1C47101C95E}" destId="{E4CCEB7D-2683-4D32-A312-B9D0AEEE3DF9}" srcOrd="3" destOrd="0" presId="urn:microsoft.com/office/officeart/2008/layout/VerticalCurvedList"/>
    <dgm:cxn modelId="{B8618189-9CDF-406A-8584-C04D4335146B}" type="presParOf" srcId="{C37C4AF9-93E6-44E8-AE0C-B048A197B3AC}" destId="{711BCA31-B99C-437E-BA78-A8410E0A7E30}" srcOrd="1" destOrd="0" presId="urn:microsoft.com/office/officeart/2008/layout/VerticalCurvedList"/>
    <dgm:cxn modelId="{AF89C7A2-ABB3-43C1-BD73-4144CC6C3FEE}" type="presParOf" srcId="{C37C4AF9-93E6-44E8-AE0C-B048A197B3AC}" destId="{E5353ED8-745F-412C-9455-1B9C9A0B363D}" srcOrd="2" destOrd="0" presId="urn:microsoft.com/office/officeart/2008/layout/VerticalCurvedList"/>
    <dgm:cxn modelId="{F94006F5-7C28-4E1B-AF69-CBA2A491FC27}" type="presParOf" srcId="{E5353ED8-745F-412C-9455-1B9C9A0B363D}" destId="{FF95A2AA-57BA-4700-99E8-EE06BA1E1A18}" srcOrd="0" destOrd="0" presId="urn:microsoft.com/office/officeart/2008/layout/VerticalCurvedList"/>
    <dgm:cxn modelId="{BDA32FCB-DF1B-4BA3-B5BE-400F936F2840}" type="presParOf" srcId="{C37C4AF9-93E6-44E8-AE0C-B048A197B3AC}" destId="{805F478B-27DB-4DF9-9F01-BDCDC9EA53CF}" srcOrd="3" destOrd="0" presId="urn:microsoft.com/office/officeart/2008/layout/VerticalCurvedList"/>
    <dgm:cxn modelId="{4F9C37E1-FCEF-4B25-9BA5-0342D5F3EEC0}" type="presParOf" srcId="{C37C4AF9-93E6-44E8-AE0C-B048A197B3AC}" destId="{7CD47CBC-8B78-4F04-871B-71E9B32EBF16}" srcOrd="4" destOrd="0" presId="urn:microsoft.com/office/officeart/2008/layout/VerticalCurvedList"/>
    <dgm:cxn modelId="{9681951F-12D2-4C6C-8FFC-68298AB1FE21}" type="presParOf" srcId="{7CD47CBC-8B78-4F04-871B-71E9B32EBF16}" destId="{B95C61DF-B15C-4C3D-B446-9E30FC734F49}" srcOrd="0" destOrd="0" presId="urn:microsoft.com/office/officeart/2008/layout/VerticalCurvedList"/>
    <dgm:cxn modelId="{418A9708-81F1-4ED4-B9D8-33D59B148643}" type="presParOf" srcId="{C37C4AF9-93E6-44E8-AE0C-B048A197B3AC}" destId="{A18F233E-3555-4A88-9535-4543168C9447}" srcOrd="5" destOrd="0" presId="urn:microsoft.com/office/officeart/2008/layout/VerticalCurvedList"/>
    <dgm:cxn modelId="{63CF1CA3-19C1-4484-BA8D-88A85E1CF7B3}" type="presParOf" srcId="{C37C4AF9-93E6-44E8-AE0C-B048A197B3AC}" destId="{5BD5065E-20A3-4469-8576-E019D14F7F3A}" srcOrd="6" destOrd="0" presId="urn:microsoft.com/office/officeart/2008/layout/VerticalCurvedList"/>
    <dgm:cxn modelId="{95FDB3BE-68DE-4D93-826C-5A518C7E37DC}" type="presParOf" srcId="{5BD5065E-20A3-4469-8576-E019D14F7F3A}" destId="{319D2F37-F940-488D-A98C-8292F373CC8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9CE6FD-53E6-468E-B159-B32B8EE8AA7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30945E-A96A-49F8-8E27-EF535B7761CC}">
      <dgm:prSet phldrT="[Text]" custT="1"/>
      <dgm:spPr>
        <a:xfrm>
          <a:off x="765" y="232486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8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All key papers marked as relevant</a:t>
          </a:r>
        </a:p>
      </dgm:t>
    </dgm:pt>
    <dgm:pt modelId="{CB013E9E-0492-4600-AE69-72C22D8B78E2}" type="parTrans" cxnId="{A580E661-F3F3-4518-8C54-D18AC60DC23E}">
      <dgm:prSet/>
      <dgm:spPr/>
      <dgm:t>
        <a:bodyPr/>
        <a:lstStyle/>
        <a:p>
          <a:endParaRPr lang="en-US" sz="1600"/>
        </a:p>
      </dgm:t>
    </dgm:pt>
    <dgm:pt modelId="{1314C232-379A-4088-94EB-8255A1EA04BF}" type="sibTrans" cxnId="{A580E661-F3F3-4518-8C54-D18AC60DC23E}">
      <dgm:prSet/>
      <dgm:spPr/>
      <dgm:t>
        <a:bodyPr/>
        <a:lstStyle/>
        <a:p>
          <a:endParaRPr lang="en-US" sz="1600"/>
        </a:p>
      </dgm:t>
    </dgm:pt>
    <dgm:pt modelId="{89237238-6A89-4EF0-9C2C-67595AB4A1B6}">
      <dgm:prSet phldrT="[Text]" custT="1"/>
      <dgm:spPr>
        <a:xfrm>
          <a:off x="3285190" y="232486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8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At least 2 × estimated-relevant records screened</a:t>
          </a:r>
          <a:endParaRPr lang="en-US" sz="28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A1E0D45-46B0-45A7-9C42-99F21698531C}" type="parTrans" cxnId="{843ED25E-CB12-48AD-AA59-B5FFC928E6E3}">
      <dgm:prSet/>
      <dgm:spPr/>
      <dgm:t>
        <a:bodyPr/>
        <a:lstStyle/>
        <a:p>
          <a:endParaRPr lang="en-US" sz="1600"/>
        </a:p>
      </dgm:t>
    </dgm:pt>
    <dgm:pt modelId="{820170BF-78CB-4E8B-876C-EC9BC4D94D17}" type="sibTrans" cxnId="{843ED25E-CB12-48AD-AA59-B5FFC928E6E3}">
      <dgm:prSet/>
      <dgm:spPr/>
      <dgm:t>
        <a:bodyPr/>
        <a:lstStyle/>
        <a:p>
          <a:endParaRPr lang="en-US" sz="1600"/>
        </a:p>
      </dgm:t>
    </dgm:pt>
    <dgm:pt modelId="{8D247B51-648C-4FED-AB50-19B8A039F4B6}">
      <dgm:prSet custT="1"/>
      <dgm:spPr>
        <a:xfrm>
          <a:off x="765" y="2322575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8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b="0" i="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Minimum 10% of total dataset screened</a:t>
          </a:r>
          <a:endParaRPr lang="en-US" sz="28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7C8E445B-12E1-4375-8094-21194396BB44}" type="parTrans" cxnId="{9742F208-701D-4CAB-A052-5FE15C05518F}">
      <dgm:prSet/>
      <dgm:spPr/>
      <dgm:t>
        <a:bodyPr/>
        <a:lstStyle/>
        <a:p>
          <a:endParaRPr lang="en-US" sz="1600"/>
        </a:p>
      </dgm:t>
    </dgm:pt>
    <dgm:pt modelId="{BABAF3C5-F02C-4526-B4FC-0844AF154549}" type="sibTrans" cxnId="{9742F208-701D-4CAB-A052-5FE15C05518F}">
      <dgm:prSet/>
      <dgm:spPr/>
      <dgm:t>
        <a:bodyPr/>
        <a:lstStyle/>
        <a:p>
          <a:endParaRPr lang="en-US" sz="1600"/>
        </a:p>
      </dgm:t>
    </dgm:pt>
    <dgm:pt modelId="{FB388C0B-AE57-48AB-8685-E1B03495A2EB}">
      <dgm:prSet custT="1"/>
      <dgm:spPr>
        <a:xfrm>
          <a:off x="3285190" y="2322575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8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No relevant records in last 50 screened</a:t>
          </a:r>
        </a:p>
      </dgm:t>
    </dgm:pt>
    <dgm:pt modelId="{2A642E20-91EA-4483-84C1-9FC63AB84141}" type="parTrans" cxnId="{28C84775-204D-4900-B306-6F2BB0C90132}">
      <dgm:prSet/>
      <dgm:spPr/>
      <dgm:t>
        <a:bodyPr/>
        <a:lstStyle/>
        <a:p>
          <a:endParaRPr lang="en-US" sz="1600"/>
        </a:p>
      </dgm:t>
    </dgm:pt>
    <dgm:pt modelId="{EA625B8D-F676-4A30-B652-198DEB2635C0}" type="sibTrans" cxnId="{28C84775-204D-4900-B306-6F2BB0C90132}">
      <dgm:prSet/>
      <dgm:spPr/>
      <dgm:t>
        <a:bodyPr/>
        <a:lstStyle/>
        <a:p>
          <a:endParaRPr lang="en-US" sz="1600"/>
        </a:p>
      </dgm:t>
    </dgm:pt>
    <dgm:pt modelId="{A405DAF5-7057-4238-83CF-F2AF99C5A7B5}" type="pres">
      <dgm:prSet presAssocID="{A49CE6FD-53E6-468E-B159-B32B8EE8AA78}" presName="diagram" presStyleCnt="0">
        <dgm:presLayoutVars>
          <dgm:dir/>
          <dgm:resizeHandles val="exact"/>
        </dgm:presLayoutVars>
      </dgm:prSet>
      <dgm:spPr/>
    </dgm:pt>
    <dgm:pt modelId="{CAFA5074-2B7D-4403-91F4-63774A0F1F11}" type="pres">
      <dgm:prSet presAssocID="{E430945E-A96A-49F8-8E27-EF535B7761CC}" presName="node" presStyleLbl="node1" presStyleIdx="0" presStyleCnt="4">
        <dgm:presLayoutVars>
          <dgm:bulletEnabled val="1"/>
        </dgm:presLayoutVars>
      </dgm:prSet>
      <dgm:spPr/>
    </dgm:pt>
    <dgm:pt modelId="{07017F0E-99AE-4713-9575-5DE0DA4B2CBF}" type="pres">
      <dgm:prSet presAssocID="{1314C232-379A-4088-94EB-8255A1EA04BF}" presName="sibTrans" presStyleCnt="0"/>
      <dgm:spPr/>
    </dgm:pt>
    <dgm:pt modelId="{E97132DD-013F-4BE9-B4FC-CF5DFCF3E6CD}" type="pres">
      <dgm:prSet presAssocID="{89237238-6A89-4EF0-9C2C-67595AB4A1B6}" presName="node" presStyleLbl="node1" presStyleIdx="1" presStyleCnt="4">
        <dgm:presLayoutVars>
          <dgm:bulletEnabled val="1"/>
        </dgm:presLayoutVars>
      </dgm:prSet>
      <dgm:spPr/>
    </dgm:pt>
    <dgm:pt modelId="{9FCCCF91-1400-468B-9C5B-71EC64E46363}" type="pres">
      <dgm:prSet presAssocID="{820170BF-78CB-4E8B-876C-EC9BC4D94D17}" presName="sibTrans" presStyleCnt="0"/>
      <dgm:spPr/>
    </dgm:pt>
    <dgm:pt modelId="{8CE9E9E3-75AA-40FF-B212-C725A293D6A2}" type="pres">
      <dgm:prSet presAssocID="{8D247B51-648C-4FED-AB50-19B8A039F4B6}" presName="node" presStyleLbl="node1" presStyleIdx="2" presStyleCnt="4">
        <dgm:presLayoutVars>
          <dgm:bulletEnabled val="1"/>
        </dgm:presLayoutVars>
      </dgm:prSet>
      <dgm:spPr/>
    </dgm:pt>
    <dgm:pt modelId="{E787F2BF-8B4E-43E1-8D1A-C6C061F9AEA0}" type="pres">
      <dgm:prSet presAssocID="{BABAF3C5-F02C-4526-B4FC-0844AF154549}" presName="sibTrans" presStyleCnt="0"/>
      <dgm:spPr/>
    </dgm:pt>
    <dgm:pt modelId="{9D408110-3AE7-4C35-B4E7-00D0009D75F5}" type="pres">
      <dgm:prSet presAssocID="{FB388C0B-AE57-48AB-8685-E1B03495A2EB}" presName="node" presStyleLbl="node1" presStyleIdx="3" presStyleCnt="4">
        <dgm:presLayoutVars>
          <dgm:bulletEnabled val="1"/>
        </dgm:presLayoutVars>
      </dgm:prSet>
      <dgm:spPr/>
    </dgm:pt>
  </dgm:ptLst>
  <dgm:cxnLst>
    <dgm:cxn modelId="{9742F208-701D-4CAB-A052-5FE15C05518F}" srcId="{A49CE6FD-53E6-468E-B159-B32B8EE8AA78}" destId="{8D247B51-648C-4FED-AB50-19B8A039F4B6}" srcOrd="2" destOrd="0" parTransId="{7C8E445B-12E1-4375-8094-21194396BB44}" sibTransId="{BABAF3C5-F02C-4526-B4FC-0844AF154549}"/>
    <dgm:cxn modelId="{D6378415-AEC3-43E1-B36B-CD237EAF8413}" type="presOf" srcId="{89237238-6A89-4EF0-9C2C-67595AB4A1B6}" destId="{E97132DD-013F-4BE9-B4FC-CF5DFCF3E6CD}" srcOrd="0" destOrd="0" presId="urn:microsoft.com/office/officeart/2005/8/layout/default"/>
    <dgm:cxn modelId="{2C3D1B35-F320-4B40-8F26-5475BD2059AF}" type="presOf" srcId="{FB388C0B-AE57-48AB-8685-E1B03495A2EB}" destId="{9D408110-3AE7-4C35-B4E7-00D0009D75F5}" srcOrd="0" destOrd="0" presId="urn:microsoft.com/office/officeart/2005/8/layout/default"/>
    <dgm:cxn modelId="{843ED25E-CB12-48AD-AA59-B5FFC928E6E3}" srcId="{A49CE6FD-53E6-468E-B159-B32B8EE8AA78}" destId="{89237238-6A89-4EF0-9C2C-67595AB4A1B6}" srcOrd="1" destOrd="0" parTransId="{1A1E0D45-46B0-45A7-9C42-99F21698531C}" sibTransId="{820170BF-78CB-4E8B-876C-EC9BC4D94D17}"/>
    <dgm:cxn modelId="{A580E661-F3F3-4518-8C54-D18AC60DC23E}" srcId="{A49CE6FD-53E6-468E-B159-B32B8EE8AA78}" destId="{E430945E-A96A-49F8-8E27-EF535B7761CC}" srcOrd="0" destOrd="0" parTransId="{CB013E9E-0492-4600-AE69-72C22D8B78E2}" sibTransId="{1314C232-379A-4088-94EB-8255A1EA04BF}"/>
    <dgm:cxn modelId="{83E0F965-FE69-429A-9FD3-20E2E5BD37C3}" type="presOf" srcId="{A49CE6FD-53E6-468E-B159-B32B8EE8AA78}" destId="{A405DAF5-7057-4238-83CF-F2AF99C5A7B5}" srcOrd="0" destOrd="0" presId="urn:microsoft.com/office/officeart/2005/8/layout/default"/>
    <dgm:cxn modelId="{28C84775-204D-4900-B306-6F2BB0C90132}" srcId="{A49CE6FD-53E6-468E-B159-B32B8EE8AA78}" destId="{FB388C0B-AE57-48AB-8685-E1B03495A2EB}" srcOrd="3" destOrd="0" parTransId="{2A642E20-91EA-4483-84C1-9FC63AB84141}" sibTransId="{EA625B8D-F676-4A30-B652-198DEB2635C0}"/>
    <dgm:cxn modelId="{424C69CE-0CC2-4786-BEE1-0A0F4285A835}" type="presOf" srcId="{8D247B51-648C-4FED-AB50-19B8A039F4B6}" destId="{8CE9E9E3-75AA-40FF-B212-C725A293D6A2}" srcOrd="0" destOrd="0" presId="urn:microsoft.com/office/officeart/2005/8/layout/default"/>
    <dgm:cxn modelId="{818315E5-5A13-41B6-82B2-7E8DA6A4B2CD}" type="presOf" srcId="{E430945E-A96A-49F8-8E27-EF535B7761CC}" destId="{CAFA5074-2B7D-4403-91F4-63774A0F1F11}" srcOrd="0" destOrd="0" presId="urn:microsoft.com/office/officeart/2005/8/layout/default"/>
    <dgm:cxn modelId="{88A3606D-ADE4-4CAA-A611-B78507A72627}" type="presParOf" srcId="{A405DAF5-7057-4238-83CF-F2AF99C5A7B5}" destId="{CAFA5074-2B7D-4403-91F4-63774A0F1F11}" srcOrd="0" destOrd="0" presId="urn:microsoft.com/office/officeart/2005/8/layout/default"/>
    <dgm:cxn modelId="{ABD30B50-60F9-430C-8653-49492978D9E3}" type="presParOf" srcId="{A405DAF5-7057-4238-83CF-F2AF99C5A7B5}" destId="{07017F0E-99AE-4713-9575-5DE0DA4B2CBF}" srcOrd="1" destOrd="0" presId="urn:microsoft.com/office/officeart/2005/8/layout/default"/>
    <dgm:cxn modelId="{32F3A11C-2834-46FE-96FE-05D5166943ED}" type="presParOf" srcId="{A405DAF5-7057-4238-83CF-F2AF99C5A7B5}" destId="{E97132DD-013F-4BE9-B4FC-CF5DFCF3E6CD}" srcOrd="2" destOrd="0" presId="urn:microsoft.com/office/officeart/2005/8/layout/default"/>
    <dgm:cxn modelId="{45F8184F-0557-4742-9540-5D47A0D26C16}" type="presParOf" srcId="{A405DAF5-7057-4238-83CF-F2AF99C5A7B5}" destId="{9FCCCF91-1400-468B-9C5B-71EC64E46363}" srcOrd="3" destOrd="0" presId="urn:microsoft.com/office/officeart/2005/8/layout/default"/>
    <dgm:cxn modelId="{469B4FFB-301F-4693-B5BA-55C4B532F1F5}" type="presParOf" srcId="{A405DAF5-7057-4238-83CF-F2AF99C5A7B5}" destId="{8CE9E9E3-75AA-40FF-B212-C725A293D6A2}" srcOrd="4" destOrd="0" presId="urn:microsoft.com/office/officeart/2005/8/layout/default"/>
    <dgm:cxn modelId="{CC0312CC-9F46-4E65-BB3A-55121CF79E23}" type="presParOf" srcId="{A405DAF5-7057-4238-83CF-F2AF99C5A7B5}" destId="{E787F2BF-8B4E-43E1-8D1A-C6C061F9AEA0}" srcOrd="5" destOrd="0" presId="urn:microsoft.com/office/officeart/2005/8/layout/default"/>
    <dgm:cxn modelId="{FC7A01BC-66A1-45B5-BEC5-821E6602D101}" type="presParOf" srcId="{A405DAF5-7057-4238-83CF-F2AF99C5A7B5}" destId="{9D408110-3AE7-4C35-B4E7-00D0009D75F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BD7FA-F6B8-49D2-A727-A70067945406}">
      <dsp:nvSpPr>
        <dsp:cNvPr id="0" name=""/>
        <dsp:cNvSpPr/>
      </dsp:nvSpPr>
      <dsp:spPr>
        <a:xfrm>
          <a:off x="-5103266" y="-781778"/>
          <a:ext cx="6077388" cy="6077388"/>
        </a:xfrm>
        <a:prstGeom prst="blockArc">
          <a:avLst>
            <a:gd name="adj1" fmla="val 18900000"/>
            <a:gd name="adj2" fmla="val 2700000"/>
            <a:gd name="adj3" fmla="val 355"/>
          </a:avLst>
        </a:prstGeom>
        <a:noFill/>
        <a:ln w="19050" cap="flat" cmpd="sng" algn="ctr">
          <a:solidFill>
            <a:srgbClr val="008ECD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1BCA31-B99C-437E-BA78-A8410E0A7E30}">
      <dsp:nvSpPr>
        <dsp:cNvPr id="0" name=""/>
        <dsp:cNvSpPr/>
      </dsp:nvSpPr>
      <dsp:spPr>
        <a:xfrm>
          <a:off x="626519" y="451383"/>
          <a:ext cx="5970970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57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Count relevant in training set: </a:t>
          </a:r>
          <a:r>
            <a:rPr lang="en-US" sz="2700" b="1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5 / 50</a:t>
          </a:r>
          <a:endParaRPr lang="en-US" sz="2700" b="0" i="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26519" y="451383"/>
        <a:ext cx="5970970" cy="902766"/>
      </dsp:txXfrm>
    </dsp:sp>
    <dsp:sp modelId="{FF95A2AA-57BA-4700-99E8-EE06BA1E1A18}">
      <dsp:nvSpPr>
        <dsp:cNvPr id="0" name=""/>
        <dsp:cNvSpPr/>
      </dsp:nvSpPr>
      <dsp:spPr>
        <a:xfrm>
          <a:off x="62290" y="338537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F478B-27DB-4DF9-9F01-BDCDC9EA53CF}">
      <dsp:nvSpPr>
        <dsp:cNvPr id="0" name=""/>
        <dsp:cNvSpPr/>
      </dsp:nvSpPr>
      <dsp:spPr>
        <a:xfrm>
          <a:off x="954675" y="1805532"/>
          <a:ext cx="5642814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57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Calculate fraction: </a:t>
          </a:r>
          <a:r>
            <a:rPr lang="en-US" sz="2700" b="1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5 ÷ 50 = 0.10</a:t>
          </a:r>
          <a:endParaRPr lang="en-US" sz="2700" b="0" i="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954675" y="1805532"/>
        <a:ext cx="5642814" cy="902766"/>
      </dsp:txXfrm>
    </dsp:sp>
    <dsp:sp modelId="{B95C61DF-B15C-4C3D-B446-9E30FC734F49}">
      <dsp:nvSpPr>
        <dsp:cNvPr id="0" name=""/>
        <dsp:cNvSpPr/>
      </dsp:nvSpPr>
      <dsp:spPr>
        <a:xfrm>
          <a:off x="390446" y="1692686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F233E-3555-4A88-9535-4543168C9447}">
      <dsp:nvSpPr>
        <dsp:cNvPr id="0" name=""/>
        <dsp:cNvSpPr/>
      </dsp:nvSpPr>
      <dsp:spPr>
        <a:xfrm>
          <a:off x="626519" y="3159681"/>
          <a:ext cx="5970970" cy="902766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657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0" i="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Estimate</a:t>
          </a:r>
          <a:r>
            <a:rPr lang="fr-FR" sz="27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total Relevant Records</a:t>
          </a:r>
          <a:br>
            <a:rPr lang="fr-FR" sz="27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</a:br>
          <a:r>
            <a:rPr lang="fr-FR" sz="2700" b="1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= 0.10 × Total Records</a:t>
          </a:r>
          <a:endParaRPr lang="fr-FR" sz="2700" b="0" i="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26519" y="3159681"/>
        <a:ext cx="5970970" cy="902766"/>
      </dsp:txXfrm>
    </dsp:sp>
    <dsp:sp modelId="{319D2F37-F940-488D-A98C-8292F373CC83}">
      <dsp:nvSpPr>
        <dsp:cNvPr id="0" name=""/>
        <dsp:cNvSpPr/>
      </dsp:nvSpPr>
      <dsp:spPr>
        <a:xfrm>
          <a:off x="62290" y="3046835"/>
          <a:ext cx="1128457" cy="1128457"/>
        </a:xfrm>
        <a:prstGeom prst="ellipse">
          <a:avLst/>
        </a:prstGeom>
        <a:blipFill rotWithShape="0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008EC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A5074-2B7D-4403-91F4-63774A0F1F11}">
      <dsp:nvSpPr>
        <dsp:cNvPr id="0" name=""/>
        <dsp:cNvSpPr/>
      </dsp:nvSpPr>
      <dsp:spPr>
        <a:xfrm>
          <a:off x="765" y="232486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All key papers marked as relevant</a:t>
          </a:r>
        </a:p>
      </dsp:txBody>
      <dsp:txXfrm>
        <a:off x="765" y="232486"/>
        <a:ext cx="2985840" cy="1791504"/>
      </dsp:txXfrm>
    </dsp:sp>
    <dsp:sp modelId="{E97132DD-013F-4BE9-B4FC-CF5DFCF3E6CD}">
      <dsp:nvSpPr>
        <dsp:cNvPr id="0" name=""/>
        <dsp:cNvSpPr/>
      </dsp:nvSpPr>
      <dsp:spPr>
        <a:xfrm>
          <a:off x="3285190" y="232486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At least 2 × estimated-relevant records screened</a:t>
          </a:r>
          <a:endParaRPr lang="en-US" sz="28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285190" y="232486"/>
        <a:ext cx="2985840" cy="1791504"/>
      </dsp:txXfrm>
    </dsp:sp>
    <dsp:sp modelId="{8CE9E9E3-75AA-40FF-B212-C725A293D6A2}">
      <dsp:nvSpPr>
        <dsp:cNvPr id="0" name=""/>
        <dsp:cNvSpPr/>
      </dsp:nvSpPr>
      <dsp:spPr>
        <a:xfrm>
          <a:off x="765" y="2322575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b="0" i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Minimum 10% of total dataset screened</a:t>
          </a:r>
          <a:endParaRPr lang="en-US" sz="28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765" y="2322575"/>
        <a:ext cx="2985840" cy="1791504"/>
      </dsp:txXfrm>
    </dsp:sp>
    <dsp:sp modelId="{9D408110-3AE7-4C35-B4E7-00D0009D75F5}">
      <dsp:nvSpPr>
        <dsp:cNvPr id="0" name=""/>
        <dsp:cNvSpPr/>
      </dsp:nvSpPr>
      <dsp:spPr>
        <a:xfrm>
          <a:off x="3285190" y="2322575"/>
          <a:ext cx="2985840" cy="1791504"/>
        </a:xfrm>
        <a:prstGeom prst="rect">
          <a:avLst/>
        </a:prstGeom>
        <a:solidFill>
          <a:srgbClr val="008ECD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✓ </a:t>
          </a:r>
          <a:r>
            <a:rPr lang="en-US" sz="28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No relevant records in last 50 screened</a:t>
          </a:r>
        </a:p>
      </dsp:txBody>
      <dsp:txXfrm>
        <a:off x="3285190" y="2322575"/>
        <a:ext cx="2985840" cy="1791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E89F-B2C1-4AB8-949F-622806C849B7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6D2A3-5B8C-49F4-B288-FDBE34F6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5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415F-5B32-75AD-5C2E-4E7B0FD4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21AFB-1115-5A9D-E1ED-D5CF7755A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2F589-24F0-5F8A-CFD9-610D07DF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DFA4-41D6-45D1-2B3C-ED01EE99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FE877-7012-4C49-0D50-39EA18BF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4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9DE5-14B0-B3BF-B709-8A7D75CF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379E-AD69-E369-6090-9A35C7C14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8746-901D-7A2F-459A-1EE413EE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89969-A704-5B41-1CD5-D130BE07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E1D1C-9FB9-D46B-BD86-98CC6EF6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2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0DD-BFF2-D3B1-9F95-7130CD47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3D10-6036-4A3F-EE1B-E2BB1DE9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A98E6-7ABC-0789-BEA1-4DA5BC1E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92C4-EEDC-6907-4AB7-90E344C4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34D3-F46F-CECA-BD5E-52F13437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3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69BF-7F24-9EE9-C540-A5856B72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DA09-9D64-C38D-21D9-A001CE68D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2BF15-D5A1-2A0E-4477-883B0F612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4EF41-7962-9138-AE62-1978C91A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8A9EA-47F5-A128-45E8-B02D7AF1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2A73-DDB6-2C14-1974-D641FE99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3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F103-9972-EB2C-844E-79E7D9DD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AFC3B-1617-1F59-6B09-2E3CBC6E9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2CC05-3B6C-1A45-528D-A78A32551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CD31D-8443-5C33-0EA5-EBF2C32B1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94D48-4A10-7A74-E5EC-14C7176E0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0ABF3-F294-12C4-9C78-F3124B70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4A222-2000-8C30-86AA-D922B0DC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DE585-FD18-0475-39B5-E8466E02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4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A1FE-D306-45CE-BD1A-DAB892C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76C27-869A-BEF0-D4F9-F9D820F5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43328-FA34-7FCE-0B9B-BF32D95D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D67C4-7B4A-DAEE-5800-6A61B25B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8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0D352-633F-36F2-BB4C-B6F73D3E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2CBF9-F6E1-81C3-85BF-41EC5C38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DA62B-8873-CD2B-5A46-05F15A12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9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4335-B13A-1AB1-9C22-0D235F43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4BE5-C196-7943-2131-FA9A9E48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FF70B-8BF8-DDE7-C90B-0DE95A52B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8760D-A6A1-DA55-C905-4C74DC65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69BA5-7449-A224-A517-F15F94C6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F8013-1218-E10D-3218-B17743C1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0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3800-CF9D-D3F8-C81B-1C792863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D6797-1B41-56D2-603C-E80C45C93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6BC1-EA71-9251-2DA9-1E7076FDA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98799-0A1C-F243-2F73-82A842DC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840FB-38FC-742A-65CE-A12A43F8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CADA4-3FED-3DF1-12BE-5A47C07C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D8CB-04B4-DCD6-284F-0CCA41C8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CC482-7B32-3ADA-AD4B-078029725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39713-0414-4795-2E47-01B16885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BE39-A061-49A3-C194-2851485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A1ED7-19AA-6FD9-FBDF-3A8C0522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9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36710-FF4D-E31C-1FCA-1B469CFDC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80140-BAF1-83DD-EE47-33446A5E8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56E2-97C6-11C2-703C-2E233FCC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7663C-6556-4F1D-A2E8-985D649D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A8251-4A4C-E5A8-0F44-1F61074F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9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DDFD4-1DF8-1912-6593-92B378AD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9563-8A78-E598-AF81-32864396C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7C39B-D5D6-CC31-0CA0-DE749C1B8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05828-C85B-4643-9A68-1A2B627125AF}" type="datetimeFigureOut">
              <a:rPr lang="en-US" smtClean="0"/>
              <a:t>19-Oct-26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A0300-DB7C-A18B-E047-9492656B7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1E48-4A2D-C296-CC64-09EB249E4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C0D7B-32DC-4C8F-96CC-A3CC42D19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4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234650CE-2EEB-91CF-1404-030A3B5A668F}"/>
              </a:ext>
            </a:extLst>
          </p:cNvPr>
          <p:cNvGrpSpPr/>
          <p:nvPr/>
        </p:nvGrpSpPr>
        <p:grpSpPr>
          <a:xfrm>
            <a:off x="-3813163" y="-2018134"/>
            <a:ext cx="19151637" cy="12514551"/>
            <a:chOff x="477483" y="-1267857"/>
            <a:chExt cx="19151637" cy="12514551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C49FD96-150C-D4F9-100F-E248FFFBE853}"/>
                </a:ext>
              </a:extLst>
            </p:cNvPr>
            <p:cNvSpPr/>
            <p:nvPr/>
          </p:nvSpPr>
          <p:spPr>
            <a:xfrm>
              <a:off x="11291377" y="-1267857"/>
              <a:ext cx="8337743" cy="569357"/>
            </a:xfrm>
            <a:prstGeom prst="roundRect">
              <a:avLst/>
            </a:prstGeom>
            <a:solidFill>
              <a:srgbClr val="008ECD"/>
            </a:solidFill>
            <a:ln w="19050" cap="flat" cmpd="sng" algn="ctr">
              <a:solidFill>
                <a:srgbClr val="008ECD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B. Identification of studies via other methods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896D723-9332-5666-F3D1-40768D8673F7}"/>
                </a:ext>
              </a:extLst>
            </p:cNvPr>
            <p:cNvSpPr/>
            <p:nvPr/>
          </p:nvSpPr>
          <p:spPr>
            <a:xfrm>
              <a:off x="11596177" y="-450669"/>
              <a:ext cx="3624822" cy="1533416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identified from: 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Earlier, non-systematic manual literature searches (n = 46)</a:t>
              </a:r>
            </a:p>
          </p:txBody>
        </p: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8323D99E-0E1D-2F85-267D-82002785BCA3}"/>
                </a:ext>
              </a:extLst>
            </p:cNvPr>
            <p:cNvCxnSpPr>
              <a:cxnSpLocks/>
              <a:stCxn id="75" idx="2"/>
              <a:endCxn id="64" idx="0"/>
            </p:cNvCxnSpPr>
            <p:nvPr/>
          </p:nvCxnSpPr>
          <p:spPr>
            <a:xfrm rot="5400000">
              <a:off x="5894669" y="1042456"/>
              <a:ext cx="5042499" cy="9985336"/>
            </a:xfrm>
            <a:prstGeom prst="bentConnector3">
              <a:avLst>
                <a:gd name="adj1" fmla="val 91179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FE73408-EC01-633D-40BD-AFC3825B5E67}"/>
                </a:ext>
              </a:extLst>
            </p:cNvPr>
            <p:cNvSpPr/>
            <p:nvPr/>
          </p:nvSpPr>
          <p:spPr>
            <a:xfrm rot="16200000">
              <a:off x="83701" y="10327566"/>
              <a:ext cx="1312911" cy="525345"/>
            </a:xfrm>
            <a:prstGeom prst="roundRect">
              <a:avLst/>
            </a:prstGeom>
            <a:solidFill>
              <a:srgbClr val="000000"/>
            </a:solidFill>
            <a:ln w="19050" cap="flat" cmpd="sng" algn="ctr">
              <a:solidFill>
                <a:srgbClr val="000000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Included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F7A3C55-7ACC-90A9-3519-28E670F081A5}"/>
                </a:ext>
              </a:extLst>
            </p:cNvPr>
            <p:cNvSpPr/>
            <p:nvPr/>
          </p:nvSpPr>
          <p:spPr>
            <a:xfrm>
              <a:off x="1610840" y="-1267857"/>
              <a:ext cx="8086337" cy="569357"/>
            </a:xfrm>
            <a:prstGeom prst="roundRect">
              <a:avLst/>
            </a:prstGeom>
            <a:solidFill>
              <a:srgbClr val="008ECD"/>
            </a:solidFill>
            <a:ln w="19050" cap="flat" cmpd="sng" algn="ctr">
              <a:solidFill>
                <a:srgbClr val="008ECD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A. Identification of studies via Databases &amp; Registers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9B7845E-539F-A933-AE2A-EE160500D0E8}"/>
                </a:ext>
              </a:extLst>
            </p:cNvPr>
            <p:cNvSpPr/>
            <p:nvPr/>
          </p:nvSpPr>
          <p:spPr>
            <a:xfrm rot="16200000">
              <a:off x="-675404" y="468317"/>
              <a:ext cx="2831119" cy="525345"/>
            </a:xfrm>
            <a:prstGeom prst="roundRect">
              <a:avLst/>
            </a:prstGeom>
            <a:solidFill>
              <a:srgbClr val="000000"/>
            </a:solidFill>
            <a:ln w="19050" cap="flat" cmpd="sng" algn="ctr">
              <a:solidFill>
                <a:srgbClr val="000000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Identification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2965DFD-CFB0-2F03-EE10-6E32D31C44B3}"/>
                </a:ext>
              </a:extLst>
            </p:cNvPr>
            <p:cNvSpPr/>
            <p:nvPr/>
          </p:nvSpPr>
          <p:spPr>
            <a:xfrm rot="16200000">
              <a:off x="-2910965" y="5754154"/>
              <a:ext cx="7302253" cy="525345"/>
            </a:xfrm>
            <a:prstGeom prst="roundRect">
              <a:avLst/>
            </a:prstGeom>
            <a:solidFill>
              <a:srgbClr val="000000"/>
            </a:solidFill>
            <a:ln w="19050" cap="flat" cmpd="sng" algn="ctr">
              <a:solidFill>
                <a:srgbClr val="000000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Screening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BA59C93-1A25-D36C-37A6-6A4B94638B6D}"/>
                </a:ext>
              </a:extLst>
            </p:cNvPr>
            <p:cNvSpPr/>
            <p:nvPr/>
          </p:nvSpPr>
          <p:spPr>
            <a:xfrm>
              <a:off x="1610840" y="580242"/>
              <a:ext cx="3624823" cy="1533416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identified from: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Semantic Sch. (n = 7,194) 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Web of Science (n = 517) 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3621109-E08E-B94E-DA02-059D9876EDAB}"/>
                </a:ext>
              </a:extLst>
            </p:cNvPr>
            <p:cNvSpPr/>
            <p:nvPr/>
          </p:nvSpPr>
          <p:spPr>
            <a:xfrm>
              <a:off x="6042181" y="774723"/>
              <a:ext cx="3114033" cy="1163411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removed: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Duplicated (n = 2,233)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CA0BF9D-5A46-DDA0-0513-D5977E7BE4E6}"/>
                </a:ext>
              </a:extLst>
            </p:cNvPr>
            <p:cNvCxnSpPr>
              <a:cxnSpLocks/>
              <a:stCxn id="49" idx="3"/>
              <a:endCxn id="50" idx="1"/>
            </p:cNvCxnSpPr>
            <p:nvPr/>
          </p:nvCxnSpPr>
          <p:spPr>
            <a:xfrm>
              <a:off x="5235663" y="1346950"/>
              <a:ext cx="806518" cy="948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24B96C8-5F40-20AA-EEA8-340C07C3DB4E}"/>
                </a:ext>
              </a:extLst>
            </p:cNvPr>
            <p:cNvSpPr/>
            <p:nvPr/>
          </p:nvSpPr>
          <p:spPr>
            <a:xfrm>
              <a:off x="1610840" y="2663278"/>
              <a:ext cx="3624826" cy="807898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assessed for eligibility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 = 5,478)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A50AF5E-C05B-E828-BAD2-FD5258BBCE2A}"/>
                </a:ext>
              </a:extLst>
            </p:cNvPr>
            <p:cNvSpPr/>
            <p:nvPr/>
          </p:nvSpPr>
          <p:spPr>
            <a:xfrm>
              <a:off x="6044247" y="2405961"/>
              <a:ext cx="4374490" cy="1312206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excluded: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Outside research area (n = 1,975) 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Outside search years (n = 1,816)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Outside publication type (n = 4)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72B13E5-95CB-4D4E-42BC-FBC68DBFCDBC}"/>
                </a:ext>
              </a:extLst>
            </p:cNvPr>
            <p:cNvSpPr/>
            <p:nvPr/>
          </p:nvSpPr>
          <p:spPr>
            <a:xfrm>
              <a:off x="1610840" y="3969281"/>
              <a:ext cx="3624826" cy="1111580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assessed for eligibility based on abstracts (n = 1,683)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8E17972-FA41-6C4B-B32D-14F07747EC3E}"/>
                </a:ext>
              </a:extLst>
            </p:cNvPr>
            <p:cNvSpPr/>
            <p:nvPr/>
          </p:nvSpPr>
          <p:spPr>
            <a:xfrm>
              <a:off x="6044248" y="3908215"/>
              <a:ext cx="3779993" cy="1233710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excluded: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Exclusion criteria (n = 1,574)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FE4F620-A355-6CAC-E691-47C28865D121}"/>
                </a:ext>
              </a:extLst>
            </p:cNvPr>
            <p:cNvCxnSpPr>
              <a:cxnSpLocks/>
              <a:stCxn id="52" idx="3"/>
              <a:endCxn id="53" idx="1"/>
            </p:cNvCxnSpPr>
            <p:nvPr/>
          </p:nvCxnSpPr>
          <p:spPr>
            <a:xfrm flipV="1">
              <a:off x="5235666" y="3062064"/>
              <a:ext cx="808581" cy="5162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C955E7B-C4D1-1F0A-5849-26B7458E7157}"/>
                </a:ext>
              </a:extLst>
            </p:cNvPr>
            <p:cNvCxnSpPr>
              <a:cxnSpLocks/>
              <a:stCxn id="52" idx="2"/>
              <a:endCxn id="54" idx="0"/>
            </p:cNvCxnSpPr>
            <p:nvPr/>
          </p:nvCxnSpPr>
          <p:spPr>
            <a:xfrm>
              <a:off x="3423253" y="3471177"/>
              <a:ext cx="0" cy="49810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35FE8BF-8C7E-9837-0B5F-5D0E800CBE72}"/>
                </a:ext>
              </a:extLst>
            </p:cNvPr>
            <p:cNvCxnSpPr>
              <a:cxnSpLocks/>
              <a:stCxn id="49" idx="2"/>
              <a:endCxn id="52" idx="0"/>
            </p:cNvCxnSpPr>
            <p:nvPr/>
          </p:nvCxnSpPr>
          <p:spPr>
            <a:xfrm>
              <a:off x="3423252" y="2113658"/>
              <a:ext cx="1" cy="54962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6DF8D56-0622-D868-F6CD-6E55C95A7CC6}"/>
                </a:ext>
              </a:extLst>
            </p:cNvPr>
            <p:cNvCxnSpPr>
              <a:cxnSpLocks/>
              <a:stCxn id="54" idx="3"/>
              <a:endCxn id="55" idx="1"/>
            </p:cNvCxnSpPr>
            <p:nvPr/>
          </p:nvCxnSpPr>
          <p:spPr>
            <a:xfrm flipV="1">
              <a:off x="5235666" y="4525069"/>
              <a:ext cx="808583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2DEA692-34D8-B6EE-C953-CBAB3B65B1AF}"/>
                </a:ext>
              </a:extLst>
            </p:cNvPr>
            <p:cNvSpPr/>
            <p:nvPr/>
          </p:nvSpPr>
          <p:spPr>
            <a:xfrm>
              <a:off x="1610840" y="5495895"/>
              <a:ext cx="3624826" cy="839374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sought for retrieval 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 = 109)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A3994C0-F29D-D20C-9804-A5E0ABDE91A8}"/>
                </a:ext>
              </a:extLst>
            </p:cNvPr>
            <p:cNvCxnSpPr>
              <a:cxnSpLocks/>
              <a:stCxn id="54" idx="2"/>
              <a:endCxn id="60" idx="0"/>
            </p:cNvCxnSpPr>
            <p:nvPr/>
          </p:nvCxnSpPr>
          <p:spPr>
            <a:xfrm>
              <a:off x="3423253" y="5080861"/>
              <a:ext cx="0" cy="41503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DBC3C6-16AC-3516-DAD0-EF8D4B801F4B}"/>
                </a:ext>
              </a:extLst>
            </p:cNvPr>
            <p:cNvSpPr/>
            <p:nvPr/>
          </p:nvSpPr>
          <p:spPr>
            <a:xfrm>
              <a:off x="1610840" y="6981318"/>
              <a:ext cx="3624823" cy="837169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Total reports collected 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 = 61)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3760DF9-5EEA-C0D7-242A-1AB9224A725B}"/>
                </a:ext>
              </a:extLst>
            </p:cNvPr>
            <p:cNvCxnSpPr>
              <a:cxnSpLocks/>
              <a:stCxn id="60" idx="2"/>
              <a:endCxn id="62" idx="0"/>
            </p:cNvCxnSpPr>
            <p:nvPr/>
          </p:nvCxnSpPr>
          <p:spPr>
            <a:xfrm flipH="1">
              <a:off x="3423252" y="6335269"/>
              <a:ext cx="1" cy="6460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41154F8-CB72-D3FB-0CA3-1C7E17D77132}"/>
                </a:ext>
              </a:extLst>
            </p:cNvPr>
            <p:cNvSpPr/>
            <p:nvPr/>
          </p:nvSpPr>
          <p:spPr>
            <a:xfrm>
              <a:off x="1610839" y="8556374"/>
              <a:ext cx="3624821" cy="1111580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assessed for eligibility based on full text (n = 68)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707BC2E-C36F-A485-C0B3-2EDF7E03EBCD}"/>
                </a:ext>
              </a:extLst>
            </p:cNvPr>
            <p:cNvSpPr/>
            <p:nvPr/>
          </p:nvSpPr>
          <p:spPr>
            <a:xfrm>
              <a:off x="6044248" y="5495895"/>
              <a:ext cx="3779993" cy="839374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excluded: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Preprints (n = 48)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419445A-811F-2A80-ED9A-D1AE7E837757}"/>
                </a:ext>
              </a:extLst>
            </p:cNvPr>
            <p:cNvCxnSpPr>
              <a:cxnSpLocks/>
              <a:stCxn id="62" idx="2"/>
              <a:endCxn id="64" idx="0"/>
            </p:cNvCxnSpPr>
            <p:nvPr/>
          </p:nvCxnSpPr>
          <p:spPr>
            <a:xfrm flipH="1">
              <a:off x="3423250" y="7818487"/>
              <a:ext cx="2" cy="737887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F485083-5FF3-B5AB-03D6-5088F961D34D}"/>
                </a:ext>
              </a:extLst>
            </p:cNvPr>
            <p:cNvSpPr/>
            <p:nvPr/>
          </p:nvSpPr>
          <p:spPr>
            <a:xfrm>
              <a:off x="1610840" y="-560161"/>
              <a:ext cx="3624826" cy="531222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Defines best search prompts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6C19B74-8DC5-0742-EAD6-43B1D57D87DB}"/>
                </a:ext>
              </a:extLst>
            </p:cNvPr>
            <p:cNvCxnSpPr>
              <a:cxnSpLocks/>
              <a:stCxn id="67" idx="2"/>
              <a:endCxn id="49" idx="0"/>
            </p:cNvCxnSpPr>
            <p:nvPr/>
          </p:nvCxnSpPr>
          <p:spPr>
            <a:xfrm flipH="1">
              <a:off x="3423252" y="-28939"/>
              <a:ext cx="1" cy="609181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140631F-E4A9-B4F0-5EAF-640DA3E08C5D}"/>
                </a:ext>
              </a:extLst>
            </p:cNvPr>
            <p:cNvSpPr/>
            <p:nvPr/>
          </p:nvSpPr>
          <p:spPr>
            <a:xfrm>
              <a:off x="1610841" y="10223369"/>
              <a:ext cx="3624821" cy="817187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Total studies included 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 = 55)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08C8DCF-325A-8029-55AC-4275AD857A11}"/>
                </a:ext>
              </a:extLst>
            </p:cNvPr>
            <p:cNvCxnSpPr>
              <a:cxnSpLocks/>
              <a:stCxn id="64" idx="2"/>
              <a:endCxn id="69" idx="0"/>
            </p:cNvCxnSpPr>
            <p:nvPr/>
          </p:nvCxnSpPr>
          <p:spPr>
            <a:xfrm>
              <a:off x="3423250" y="9667954"/>
              <a:ext cx="2" cy="555415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565B4C7-A37C-0C4A-D927-3C539FA0182C}"/>
                </a:ext>
              </a:extLst>
            </p:cNvPr>
            <p:cNvSpPr/>
            <p:nvPr/>
          </p:nvSpPr>
          <p:spPr>
            <a:xfrm>
              <a:off x="6042181" y="8705848"/>
              <a:ext cx="3779993" cy="812632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excluded: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Exclusion criteria (n = 13)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A493435-CC41-8E5F-B0A2-E0FEC457F567}"/>
                </a:ext>
              </a:extLst>
            </p:cNvPr>
            <p:cNvCxnSpPr>
              <a:cxnSpLocks/>
              <a:stCxn id="64" idx="3"/>
              <a:endCxn id="71" idx="1"/>
            </p:cNvCxnSpPr>
            <p:nvPr/>
          </p:nvCxnSpPr>
          <p:spPr>
            <a:xfrm>
              <a:off x="5235660" y="9112164"/>
              <a:ext cx="80652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1CBDAFA-A2B8-9367-C7CC-FC4CFFCD0A35}"/>
                </a:ext>
              </a:extLst>
            </p:cNvPr>
            <p:cNvSpPr/>
            <p:nvPr/>
          </p:nvSpPr>
          <p:spPr>
            <a:xfrm>
              <a:off x="15835744" y="-450668"/>
              <a:ext cx="3624822" cy="1533416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Records excluded: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Preprints (n = 18)</a:t>
              </a:r>
            </a:p>
            <a:p>
              <a:pPr marL="285750" marR="0" lvl="0" indent="-2857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Duplicate records with database removed (n = 21)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B1CE6AF5-1954-B55D-9291-3BB8FC42AF90}"/>
                </a:ext>
              </a:extLst>
            </p:cNvPr>
            <p:cNvCxnSpPr>
              <a:cxnSpLocks/>
              <a:stCxn id="43" idx="3"/>
              <a:endCxn id="73" idx="1"/>
            </p:cNvCxnSpPr>
            <p:nvPr/>
          </p:nvCxnSpPr>
          <p:spPr>
            <a:xfrm>
              <a:off x="15220999" y="316039"/>
              <a:ext cx="614745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8DDEE61-4160-2ED0-D43A-3A8660F267D1}"/>
                </a:ext>
              </a:extLst>
            </p:cNvPr>
            <p:cNvSpPr/>
            <p:nvPr/>
          </p:nvSpPr>
          <p:spPr>
            <a:xfrm>
              <a:off x="11596173" y="2674501"/>
              <a:ext cx="3624826" cy="839374"/>
            </a:xfrm>
            <a:prstGeom prst="rect">
              <a:avLst/>
            </a:prstGeom>
            <a:noFill/>
            <a:ln w="9525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Reports sought for retrieval (n = 7)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DC0989B-ED71-6A49-428A-534E22DFE40C}"/>
                </a:ext>
              </a:extLst>
            </p:cNvPr>
            <p:cNvCxnSpPr>
              <a:cxnSpLocks/>
              <a:stCxn id="43" idx="2"/>
              <a:endCxn id="75" idx="0"/>
            </p:cNvCxnSpPr>
            <p:nvPr/>
          </p:nvCxnSpPr>
          <p:spPr>
            <a:xfrm flipH="1">
              <a:off x="13408586" y="1082747"/>
              <a:ext cx="2" cy="159175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CF1DE75-C0D5-8185-8B9E-7901C410A47A}"/>
                </a:ext>
              </a:extLst>
            </p:cNvPr>
            <p:cNvCxnSpPr>
              <a:cxnSpLocks/>
              <a:stCxn id="60" idx="3"/>
              <a:endCxn id="65" idx="1"/>
            </p:cNvCxnSpPr>
            <p:nvPr/>
          </p:nvCxnSpPr>
          <p:spPr>
            <a:xfrm>
              <a:off x="5235666" y="5915582"/>
              <a:ext cx="80858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8556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A7362DA-4DD8-1927-E1BB-9980B20C6892}"/>
              </a:ext>
            </a:extLst>
          </p:cNvPr>
          <p:cNvGrpSpPr/>
          <p:nvPr/>
        </p:nvGrpSpPr>
        <p:grpSpPr>
          <a:xfrm>
            <a:off x="-2212358" y="1091382"/>
            <a:ext cx="17114848" cy="5138453"/>
            <a:chOff x="1635742" y="5168082"/>
            <a:chExt cx="17114848" cy="513845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2DC6362-BC24-8221-3D5E-317B69A1D1BF}"/>
                </a:ext>
              </a:extLst>
            </p:cNvPr>
            <p:cNvSpPr/>
            <p:nvPr/>
          </p:nvSpPr>
          <p:spPr>
            <a:xfrm>
              <a:off x="1635742" y="5168083"/>
              <a:ext cx="7218715" cy="601663"/>
            </a:xfrm>
            <a:prstGeom prst="roundRect">
              <a:avLst/>
            </a:prstGeom>
            <a:solidFill>
              <a:srgbClr val="006982"/>
            </a:solidFill>
            <a:ln w="19050" cap="flat" cmpd="sng" algn="ctr">
              <a:solidFill>
                <a:srgbClr val="0069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Step 1: Estimate Relevant Records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97EF653-D2ED-16B5-AD2E-D4633D87E639}"/>
                </a:ext>
              </a:extLst>
            </p:cNvPr>
            <p:cNvSpPr/>
            <p:nvPr/>
          </p:nvSpPr>
          <p:spPr>
            <a:xfrm>
              <a:off x="11531874" y="5168082"/>
              <a:ext cx="7218716" cy="601663"/>
            </a:xfrm>
            <a:prstGeom prst="roundRect">
              <a:avLst/>
            </a:prstGeom>
            <a:solidFill>
              <a:srgbClr val="006982"/>
            </a:solidFill>
            <a:ln w="19050" cap="flat" cmpd="sng" algn="ctr">
              <a:solidFill>
                <a:srgbClr val="0069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Step 2: Stopping Conditions</a:t>
              </a:r>
            </a:p>
          </p:txBody>
        </p:sp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C3284C91-67FB-71DF-CE69-BBC405E463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06056763"/>
                </p:ext>
              </p:extLst>
            </p:nvPr>
          </p:nvGraphicFramePr>
          <p:xfrm>
            <a:off x="2112508" y="5645127"/>
            <a:ext cx="6659781" cy="451383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CFAB5F62-C427-BEDA-DFD6-7A948184D2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69857206"/>
                </p:ext>
              </p:extLst>
            </p:nvPr>
          </p:nvGraphicFramePr>
          <p:xfrm>
            <a:off x="11944822" y="5959968"/>
            <a:ext cx="6271797" cy="43465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3984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GESIS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Chan, Bryan Hao Ting</dc:creator>
  <cp:lastModifiedBy>Chan, Bryan Hao Ting</cp:lastModifiedBy>
  <cp:revision>2</cp:revision>
  <dcterms:created xsi:type="dcterms:W3CDTF">2026-10-13T12:56:21Z</dcterms:created>
  <dcterms:modified xsi:type="dcterms:W3CDTF">2026-10-18T23:04:20Z</dcterms:modified>
</cp:coreProperties>
</file>